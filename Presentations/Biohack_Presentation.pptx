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3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2403" y="2934168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8012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sz="26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015383" y="1045674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337147" y="1539021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84634" cy="4351338"/>
          </a:xfrm>
        </p:spPr>
        <p:txBody>
          <a:bodyPr>
            <a:no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cell, allowing proper tracking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2E2DA5-8B5B-D3F0-59C9-CCBC0B93CB94}"/>
              </a:ext>
            </a:extLst>
          </p:cNvPr>
          <p:cNvSpPr txBox="1"/>
          <p:nvPr/>
        </p:nvSpPr>
        <p:spPr>
          <a:xfrm>
            <a:off x="7046205" y="3244334"/>
            <a:ext cx="430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…Put screenshot of website</a:t>
            </a: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62590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Using filament association with budding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Analysis of other GFP-tagged protein filament structures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911C7-BE4B-B1C9-F5D4-492D20C52EEC}"/>
              </a:ext>
            </a:extLst>
          </p:cNvPr>
          <p:cNvGrpSpPr/>
          <p:nvPr/>
        </p:nvGrpSpPr>
        <p:grpSpPr>
          <a:xfrm>
            <a:off x="8217194" y="2766218"/>
            <a:ext cx="3277879" cy="1325563"/>
            <a:chOff x="3281475" y="3272117"/>
            <a:chExt cx="5453354" cy="2205318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8B7E78D0-AAF0-59ED-5071-48D6EBCD12F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1FFF08-65DD-DDBF-E792-99B85A1F2DBD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n 6">
              <a:extLst>
                <a:ext uri="{FF2B5EF4-FFF2-40B4-BE49-F238E27FC236}">
                  <a16:creationId xmlns:a16="http://schemas.microsoft.com/office/drawing/2014/main" id="{D4713A1C-838E-62CC-F9AB-BF540BD0BE47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430F0C-7294-14B5-4A39-91554C49D35E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3180C78-4E38-DD88-7889-45A3D2F801E7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B1D69C5-1F72-745D-8B87-C1888A229DDA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56E1C4F-C67D-66CA-A761-64A6EC1F4B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B5D9BE-5F58-FB9C-E28D-047A80F1B5F3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2812543-192D-8DD9-6C16-4F570D0D5BDE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EA9DAF5-78CD-5C78-94DB-DE5B3D03FE72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1DA4BE-2FE8-3F68-FD53-6CCE8911F5FE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4621921-9508-368D-1A0D-043B6A48C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6794E9-9202-57C2-0C4F-D9FB4EEA2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40F2B9B-950F-F435-5DA7-8E1925E28D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EEB54D-E819-B402-45DF-59A78E6E6BF2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21E2FF-C6F7-0CA7-C2CB-3A13BCEE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57260A7-1883-5341-27C5-E407085A3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C5AE048-433F-DA3F-16FF-FDE03C3E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1409</TotalTime>
  <Words>172</Words>
  <Application>Microsoft Macintosh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40</cp:revision>
  <dcterms:created xsi:type="dcterms:W3CDTF">2026-03-21T09:38:37Z</dcterms:created>
  <dcterms:modified xsi:type="dcterms:W3CDTF">2026-03-22T09:13:34Z</dcterms:modified>
</cp:coreProperties>
</file>