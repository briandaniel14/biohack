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sz="26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4634" cy="4351338"/>
          </a:xfrm>
        </p:spPr>
        <p:txBody>
          <a:bodyPr>
            <a:no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cell, allowing proper tracking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E2DA5-8B5B-D3F0-59C9-CCBC0B93CB94}"/>
              </a:ext>
            </a:extLst>
          </p:cNvPr>
          <p:cNvSpPr txBox="1"/>
          <p:nvPr/>
        </p:nvSpPr>
        <p:spPr>
          <a:xfrm>
            <a:off x="7046205" y="3244334"/>
            <a:ext cx="430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…Put screenshot of website</a:t>
            </a: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Analysis of other GFP-tagged protein filament structures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675731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176</Words>
  <Application>Microsoft Macintosh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39</cp:revision>
  <dcterms:created xsi:type="dcterms:W3CDTF">2026-03-21T09:38:37Z</dcterms:created>
  <dcterms:modified xsi:type="dcterms:W3CDTF">2026-03-21T21:10:59Z</dcterms:modified>
</cp:coreProperties>
</file>