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4" r:id="rId3"/>
    <p:sldId id="259" r:id="rId4"/>
    <p:sldId id="260" r:id="rId5"/>
    <p:sldId id="263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81"/>
  </p:normalViewPr>
  <p:slideViewPr>
    <p:cSldViewPr snapToGrid="0">
      <p:cViewPr>
        <p:scale>
          <a:sx n="95" d="100"/>
          <a:sy n="95" d="100"/>
        </p:scale>
        <p:origin x="-10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Enzyme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8D555A-2839-854B-83C7-511BB0DDFA8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5888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E7C5-BA76-1D8A-D7F8-9C5ECFFD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362DF-D423-6DF3-0728-062D229E7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AF5C3A-56C4-17AF-10B8-3BD0FDDE3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6C9BF46-E198-35B7-073E-0120B45CA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711490">
            <a:off x="2308421" y="3125933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4E8A1639-E644-A0CD-C316-58DA327DC123}"/>
              </a:ext>
            </a:extLst>
          </p:cNvPr>
          <p:cNvSpPr/>
          <p:nvPr/>
        </p:nvSpPr>
        <p:spPr>
          <a:xfrm rot="2900441">
            <a:off x="3630185" y="3619280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46198-3A34-E75B-256D-4AB473653ABC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F6C86F4-FD46-3FD2-DE27-EE49FC06BE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76070" y="2394377"/>
            <a:ext cx="1821396" cy="3122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299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Relevant to understanding how eukaryotic cells survive stress and starvation (for bioproduction and biomedicine)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Possible relevance to neurodegenerative diseases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Tracking linear intracellular structures/polymers is relevant to wide range of other biological problems such as mechanical stress and cell mobility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  <a:p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</p:txBody>
      </p: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3BD8C-C7C4-AF5E-AB8F-6D38B286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475F-653F-C7B6-F169-7C07EFDA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04122C-1C2C-88CB-A0C0-15844DD70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69214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Measuring filament growth rate requires disentangling from rotation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8AE08E5B-5669-09AC-DB18-CC4B4B2F8424}"/>
              </a:ext>
            </a:extLst>
          </p:cNvPr>
          <p:cNvSpPr/>
          <p:nvPr/>
        </p:nvSpPr>
        <p:spPr>
          <a:xfrm rot="2900441">
            <a:off x="7563151" y="2595105"/>
            <a:ext cx="356851" cy="1986504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B709DF-07E7-E15F-52E9-305DEDC2B2EB}"/>
              </a:ext>
            </a:extLst>
          </p:cNvPr>
          <p:cNvSpPr/>
          <p:nvPr/>
        </p:nvSpPr>
        <p:spPr>
          <a:xfrm>
            <a:off x="3747454" y="341435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9559C54-B695-B938-839E-7F8CDD6C7DCC}"/>
              </a:ext>
            </a:extLst>
          </p:cNvPr>
          <p:cNvSpPr/>
          <p:nvPr/>
        </p:nvSpPr>
        <p:spPr>
          <a:xfrm rot="2900441">
            <a:off x="5407919" y="3064930"/>
            <a:ext cx="356851" cy="1046851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F674036-8A1C-2537-EC34-2CCF37B7FA74}"/>
              </a:ext>
            </a:extLst>
          </p:cNvPr>
          <p:cNvSpPr/>
          <p:nvPr/>
        </p:nvSpPr>
        <p:spPr>
          <a:xfrm>
            <a:off x="3747453" y="4978697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2D9C655-F6DF-28B6-E8DF-72B0EAC97EC6}"/>
              </a:ext>
            </a:extLst>
          </p:cNvPr>
          <p:cNvSpPr/>
          <p:nvPr/>
        </p:nvSpPr>
        <p:spPr>
          <a:xfrm>
            <a:off x="5412339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33ACC34-5DAD-7058-0E96-EF8672D4CFAB}"/>
              </a:ext>
            </a:extLst>
          </p:cNvPr>
          <p:cNvSpPr/>
          <p:nvPr/>
        </p:nvSpPr>
        <p:spPr>
          <a:xfrm>
            <a:off x="7567571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1968F6-BBE5-9236-2909-314BC0805621}"/>
              </a:ext>
            </a:extLst>
          </p:cNvPr>
          <p:cNvCxnSpPr>
            <a:cxnSpLocks/>
          </p:cNvCxnSpPr>
          <p:nvPr/>
        </p:nvCxnSpPr>
        <p:spPr>
          <a:xfrm>
            <a:off x="4331710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E03B5-22D1-151F-E213-531D906BCD0A}"/>
              </a:ext>
            </a:extLst>
          </p:cNvPr>
          <p:cNvCxnSpPr>
            <a:cxnSpLocks/>
          </p:cNvCxnSpPr>
          <p:nvPr/>
        </p:nvCxnSpPr>
        <p:spPr>
          <a:xfrm>
            <a:off x="6381504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D646BE-42A7-B4D9-65A7-F45770281EA9}"/>
              </a:ext>
            </a:extLst>
          </p:cNvPr>
          <p:cNvCxnSpPr>
            <a:cxnSpLocks/>
          </p:cNvCxnSpPr>
          <p:nvPr/>
        </p:nvCxnSpPr>
        <p:spPr>
          <a:xfrm>
            <a:off x="4331710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8A1C14-0ED0-802F-BD5F-5F93A372E168}"/>
              </a:ext>
            </a:extLst>
          </p:cNvPr>
          <p:cNvCxnSpPr>
            <a:cxnSpLocks/>
          </p:cNvCxnSpPr>
          <p:nvPr/>
        </p:nvCxnSpPr>
        <p:spPr>
          <a:xfrm>
            <a:off x="6381504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80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27424-68B8-019A-F7FE-1697471A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2B15-E3B1-510C-75B1-F34179C99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One Solution: Connecting and Tracking  Z-Stacks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A1FF77-45B1-AD53-B86A-E771F7004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69214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Measuring filament growth rate requires disentangling from rotation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3DAB23B9-C289-756E-8828-116099F924B7}"/>
              </a:ext>
            </a:extLst>
          </p:cNvPr>
          <p:cNvSpPr/>
          <p:nvPr/>
        </p:nvSpPr>
        <p:spPr>
          <a:xfrm rot="2900441">
            <a:off x="7563151" y="2595105"/>
            <a:ext cx="356851" cy="1986504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F91532-1A43-08CD-FDFC-4460AD705EAB}"/>
              </a:ext>
            </a:extLst>
          </p:cNvPr>
          <p:cNvSpPr/>
          <p:nvPr/>
        </p:nvSpPr>
        <p:spPr>
          <a:xfrm>
            <a:off x="3747454" y="341435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5586217-3ED9-6C08-C92F-107453677F3D}"/>
              </a:ext>
            </a:extLst>
          </p:cNvPr>
          <p:cNvSpPr/>
          <p:nvPr/>
        </p:nvSpPr>
        <p:spPr>
          <a:xfrm rot="2900441">
            <a:off x="5407919" y="3064930"/>
            <a:ext cx="356851" cy="1046851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3960152-F5D0-BE75-7D73-2AD6F9403A61}"/>
              </a:ext>
            </a:extLst>
          </p:cNvPr>
          <p:cNvSpPr/>
          <p:nvPr/>
        </p:nvSpPr>
        <p:spPr>
          <a:xfrm>
            <a:off x="3747453" y="4978697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A5CE578-F6D5-D870-65B2-7697F5B12839}"/>
              </a:ext>
            </a:extLst>
          </p:cNvPr>
          <p:cNvSpPr/>
          <p:nvPr/>
        </p:nvSpPr>
        <p:spPr>
          <a:xfrm>
            <a:off x="5412339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119C1A7-4E86-AC45-4FCF-1113C18CFC60}"/>
              </a:ext>
            </a:extLst>
          </p:cNvPr>
          <p:cNvSpPr/>
          <p:nvPr/>
        </p:nvSpPr>
        <p:spPr>
          <a:xfrm>
            <a:off x="7567571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3DBCC2-AA03-399F-E0E7-2667ADD80386}"/>
              </a:ext>
            </a:extLst>
          </p:cNvPr>
          <p:cNvCxnSpPr>
            <a:cxnSpLocks/>
          </p:cNvCxnSpPr>
          <p:nvPr/>
        </p:nvCxnSpPr>
        <p:spPr>
          <a:xfrm>
            <a:off x="4331710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EF35F8-87E6-40F1-B29C-695AB7BE1D1B}"/>
              </a:ext>
            </a:extLst>
          </p:cNvPr>
          <p:cNvCxnSpPr>
            <a:cxnSpLocks/>
          </p:cNvCxnSpPr>
          <p:nvPr/>
        </p:nvCxnSpPr>
        <p:spPr>
          <a:xfrm>
            <a:off x="6381504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D33A4D-9FEE-681F-E292-E65AC2D374EA}"/>
              </a:ext>
            </a:extLst>
          </p:cNvPr>
          <p:cNvCxnSpPr>
            <a:cxnSpLocks/>
          </p:cNvCxnSpPr>
          <p:nvPr/>
        </p:nvCxnSpPr>
        <p:spPr>
          <a:xfrm>
            <a:off x="4331710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F1987E-D891-D8FF-9545-BE54719A1221}"/>
              </a:ext>
            </a:extLst>
          </p:cNvPr>
          <p:cNvCxnSpPr>
            <a:cxnSpLocks/>
          </p:cNvCxnSpPr>
          <p:nvPr/>
        </p:nvCxnSpPr>
        <p:spPr>
          <a:xfrm>
            <a:off x="6381504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7CB9D10-95D1-7E79-A409-B2F296E36BDF}"/>
              </a:ext>
            </a:extLst>
          </p:cNvPr>
          <p:cNvGrpSpPr/>
          <p:nvPr/>
        </p:nvGrpSpPr>
        <p:grpSpPr>
          <a:xfrm>
            <a:off x="3281475" y="4840941"/>
            <a:ext cx="5056094" cy="636494"/>
            <a:chOff x="3249968" y="4840941"/>
            <a:chExt cx="5056094" cy="63649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2CCEC1-91DC-1D10-EE6C-37F6887AAC7F}"/>
                </a:ext>
              </a:extLst>
            </p:cNvPr>
            <p:cNvCxnSpPr>
              <a:cxnSpLocks/>
            </p:cNvCxnSpPr>
            <p:nvPr/>
          </p:nvCxnSpPr>
          <p:spPr>
            <a:xfrm>
              <a:off x="3249968" y="4840941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602331-A44B-8C68-BC87-977DBB6BED00}"/>
                </a:ext>
              </a:extLst>
            </p:cNvPr>
            <p:cNvCxnSpPr>
              <a:cxnSpLocks/>
            </p:cNvCxnSpPr>
            <p:nvPr/>
          </p:nvCxnSpPr>
          <p:spPr>
            <a:xfrm>
              <a:off x="3249968" y="5159188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58C3606-44CC-3291-025D-A1CD80B6B1AC}"/>
                </a:ext>
              </a:extLst>
            </p:cNvPr>
            <p:cNvCxnSpPr>
              <a:cxnSpLocks/>
            </p:cNvCxnSpPr>
            <p:nvPr/>
          </p:nvCxnSpPr>
          <p:spPr>
            <a:xfrm>
              <a:off x="3249968" y="5477435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71348C1-4628-5DAD-FA7E-6B71919EB319}"/>
              </a:ext>
            </a:extLst>
          </p:cNvPr>
          <p:cNvGrpSpPr/>
          <p:nvPr/>
        </p:nvGrpSpPr>
        <p:grpSpPr>
          <a:xfrm>
            <a:off x="3281475" y="3272117"/>
            <a:ext cx="5056094" cy="636494"/>
            <a:chOff x="3232301" y="3272117"/>
            <a:chExt cx="5056094" cy="636494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41ED134-FF55-0A8C-FB86-481CBDFBDE0C}"/>
                </a:ext>
              </a:extLst>
            </p:cNvPr>
            <p:cNvCxnSpPr>
              <a:cxnSpLocks/>
            </p:cNvCxnSpPr>
            <p:nvPr/>
          </p:nvCxnSpPr>
          <p:spPr>
            <a:xfrm>
              <a:off x="3232301" y="3272117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B65DEE9-73D4-5FF1-1B20-D88AD4C84319}"/>
                </a:ext>
              </a:extLst>
            </p:cNvPr>
            <p:cNvCxnSpPr>
              <a:cxnSpLocks/>
            </p:cNvCxnSpPr>
            <p:nvPr/>
          </p:nvCxnSpPr>
          <p:spPr>
            <a:xfrm>
              <a:off x="3232301" y="3590364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C83916-2959-BF71-A7DF-78B6DCF84620}"/>
                </a:ext>
              </a:extLst>
            </p:cNvPr>
            <p:cNvCxnSpPr>
              <a:cxnSpLocks/>
            </p:cNvCxnSpPr>
            <p:nvPr/>
          </p:nvCxnSpPr>
          <p:spPr>
            <a:xfrm>
              <a:off x="3232301" y="3908611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3170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189</Words>
  <Application>Microsoft Macintosh PowerPoint</Application>
  <PresentationFormat>Widescreen</PresentationFormat>
  <Paragraphs>25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The Fillies</vt:lpstr>
      <vt:lpstr>Problem</vt:lpstr>
      <vt:lpstr>Problem</vt:lpstr>
      <vt:lpstr>Models Key Capabilities</vt:lpstr>
      <vt:lpstr>Future Directions</vt:lpstr>
      <vt:lpstr>Problem</vt:lpstr>
      <vt:lpstr>One Solution: Connecting and Tracking  Z-Stacks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25</cp:revision>
  <dcterms:created xsi:type="dcterms:W3CDTF">2026-03-21T09:38:37Z</dcterms:created>
  <dcterms:modified xsi:type="dcterms:W3CDTF">2026-03-21T16:59:44Z</dcterms:modified>
</cp:coreProperties>
</file>