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sz="26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4634" cy="4351338"/>
          </a:xfrm>
        </p:spPr>
        <p:txBody>
          <a:bodyPr>
            <a:no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cell, allowing proper tracking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675731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164</Words>
  <Application>Microsoft Macintosh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37</cp:revision>
  <dcterms:created xsi:type="dcterms:W3CDTF">2026-03-21T09:38:37Z</dcterms:created>
  <dcterms:modified xsi:type="dcterms:W3CDTF">2026-03-21T19:53:26Z</dcterms:modified>
</cp:coreProperties>
</file>